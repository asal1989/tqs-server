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560320"/>
            <a:ext cx="3840480" cy="384048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194560" cy="2194560"/>
          </a:xfrm>
          <a:prstGeom prst="ellipse">
            <a:avLst/>
          </a:prstGeom>
          <a:solidFill>
            <a:srgbClr val="F4A100">
              <a:alpha val="20000"/>
            </a:srgbClr>
          </a:solidFill>
          <a:ln w="12700">
            <a:solidFill>
              <a:srgbClr val="F4A10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109728" cy="26517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TQS ERP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Tracker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Purchase Order &amp; Work Order Management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3419856"/>
            <a:ext cx="3657600" cy="36576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478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Managing Director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Before TQS ERP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D8E4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996696"/>
            <a:ext cx="512064" cy="512064"/>
          </a:xfrm>
          <a:prstGeom prst="ellipse">
            <a:avLst/>
          </a:prstGeom>
          <a:solidFill>
            <a:srgbClr val="FDE8E8"/>
          </a:solidFill>
          <a:ln w="12700">
            <a:solidFill>
              <a:srgbClr val="F5BA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60120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Error-prone, time-consuming paper-based processes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673352"/>
            <a:ext cx="512064" cy="512064"/>
          </a:xfrm>
          <a:prstGeom prst="ellipse">
            <a:avLst/>
          </a:prstGeom>
          <a:solidFill>
            <a:srgbClr val="FDE8E8"/>
          </a:solidFill>
          <a:ln w="12700">
            <a:solidFill>
              <a:srgbClr val="F5BA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36776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Visibility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911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 into payment status across departments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286000"/>
            <a:ext cx="832104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D8E4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350008"/>
            <a:ext cx="512064" cy="512064"/>
          </a:xfrm>
          <a:prstGeom prst="ellipse">
            <a:avLst/>
          </a:prstGeom>
          <a:solidFill>
            <a:srgbClr val="FDE8E8"/>
          </a:solidFill>
          <a:ln w="12700">
            <a:solidFill>
              <a:srgbClr val="F5BA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13432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Silos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5877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working in isolation — no collaboration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962656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026664"/>
            <a:ext cx="512064" cy="512064"/>
          </a:xfrm>
          <a:prstGeom prst="ellipse">
            <a:avLst/>
          </a:prstGeom>
          <a:solidFill>
            <a:srgbClr val="FDE8E8"/>
          </a:solidFill>
          <a:ln w="12700">
            <a:solidFill>
              <a:srgbClr val="F5BA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90088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Bills &amp; Duplicates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2644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bills and duplicate entries causing confusion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639312"/>
            <a:ext cx="832104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D8E4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703320"/>
            <a:ext cx="512064" cy="512064"/>
          </a:xfrm>
          <a:prstGeom prst="ellipse">
            <a:avLst/>
          </a:prstGeom>
          <a:solidFill>
            <a:srgbClr val="FDE8E8"/>
          </a:solidFill>
          <a:ln w="12700">
            <a:solidFill>
              <a:srgbClr val="F5BA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666744"/>
            <a:ext cx="512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694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39410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did what or when — zero accountability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TQS ERP?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2354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216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browser — no installation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8562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965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&amp; WO Bill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bills from receipt all the way to final payment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75234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1576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752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Workflow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each department's unique needs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6484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1188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24128" y="3648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District-Wide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locally and remotely from any district office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914400"/>
            <a:ext cx="3749040" cy="3794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Journey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4960" y="1600200"/>
            <a:ext cx="3108960" cy="402336"/>
          </a:xfrm>
          <a:prstGeom prst="rect">
            <a:avLst/>
          </a:prstGeom>
          <a:solidFill>
            <a:srgbClr val="26347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6002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Stores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0025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100"/>
                </a:solidFill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2167128"/>
            <a:ext cx="3108960" cy="402336"/>
          </a:xfrm>
          <a:prstGeom prst="rect">
            <a:avLst/>
          </a:prstGeom>
          <a:solidFill>
            <a:srgbClr val="26347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1671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 Ctrl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5694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100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2734056"/>
            <a:ext cx="3108960" cy="402336"/>
          </a:xfrm>
          <a:prstGeom prst="rect">
            <a:avLst/>
          </a:prstGeom>
          <a:solidFill>
            <a:srgbClr val="26347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7340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QS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313639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100"/>
                </a:solidFill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3300984"/>
            <a:ext cx="3108960" cy="402336"/>
          </a:xfrm>
          <a:prstGeom prst="rect">
            <a:avLst/>
          </a:prstGeom>
          <a:solidFill>
            <a:srgbClr val="26347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3009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Procurement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3703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100"/>
                </a:solidFill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3867912"/>
            <a:ext cx="3108960" cy="402336"/>
          </a:xfrm>
          <a:prstGeom prst="rect">
            <a:avLst/>
          </a:prstGeom>
          <a:solidFill>
            <a:srgbClr val="26347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86791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Accounts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2286000" cy="4572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32688"/>
            <a:ext cx="3977640" cy="1261872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32688"/>
            <a:ext cx="54864" cy="12618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252728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07008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Tracker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43560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&amp; WO bills with 40+ data fields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32688"/>
            <a:ext cx="3977640" cy="1261872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32688"/>
            <a:ext cx="54864" cy="12618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1252728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207008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10972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Lifecycle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143560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amend, GRN &amp; print PDF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359152"/>
            <a:ext cx="3977640" cy="1261872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359152"/>
            <a:ext cx="54864" cy="12618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" y="2679192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633472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5237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Indents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28620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 &amp; approvals workflow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359152"/>
            <a:ext cx="3977640" cy="1261872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359152"/>
            <a:ext cx="54864" cy="12618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2679192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633472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25237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32120" y="28620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GSTIN, PAN &amp; banking details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785616"/>
            <a:ext cx="3977640" cy="1261872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785616"/>
            <a:ext cx="54864" cy="12618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" y="4105656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059936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34440" y="39502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Backup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428853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JSON backups, restore anytime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3785616"/>
            <a:ext cx="3977640" cy="1261872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785616"/>
            <a:ext cx="54864" cy="1261872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0328" y="4105656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4059936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32120" y="39502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Reports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532120" y="428853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summary sent to inbox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Department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bill flows through a defined, audited chain — no skips, no gaps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83464" y="1234440"/>
            <a:ext cx="1261872" cy="1691640"/>
          </a:xfrm>
          <a:prstGeom prst="rect">
            <a:avLst/>
          </a:prstGeom>
          <a:solidFill>
            <a:srgbClr val="263477"/>
          </a:solidFill>
          <a:ln w="25400">
            <a:solidFill>
              <a:srgbClr val="F4A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3464" y="1234440"/>
            <a:ext cx="1261872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2344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" y="150876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" y="2011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" y="2331720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45336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10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46504" y="1234440"/>
            <a:ext cx="1261872" cy="1691640"/>
          </a:xfrm>
          <a:prstGeom prst="rect">
            <a:avLst/>
          </a:prstGeom>
          <a:solidFill>
            <a:srgbClr val="263477"/>
          </a:solidFill>
          <a:ln w="25400">
            <a:solidFill>
              <a:srgbClr val="F4A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46504" y="1234440"/>
            <a:ext cx="1261872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6504" y="12344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46504" y="150876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46504" y="2011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Ctrl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46504" y="2331720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08376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10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9544" y="1234440"/>
            <a:ext cx="1261872" cy="1691640"/>
          </a:xfrm>
          <a:prstGeom prst="rect">
            <a:avLst/>
          </a:prstGeom>
          <a:solidFill>
            <a:srgbClr val="263477"/>
          </a:solidFill>
          <a:ln w="25400">
            <a:solidFill>
              <a:srgbClr val="F4A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9544" y="1234440"/>
            <a:ext cx="1261872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12344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9544" y="150876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9544" y="2011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9544" y="2331720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Deductions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71416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100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72584" y="1234440"/>
            <a:ext cx="1261872" cy="1691640"/>
          </a:xfrm>
          <a:prstGeom prst="rect">
            <a:avLst/>
          </a:prstGeom>
          <a:solidFill>
            <a:srgbClr val="263477"/>
          </a:solidFill>
          <a:ln w="25400">
            <a:solidFill>
              <a:srgbClr val="F4A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234440"/>
            <a:ext cx="1261872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12344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72584" y="150876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72584" y="2011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72584" y="2331720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34456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100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35624" y="1234440"/>
            <a:ext cx="1261872" cy="1691640"/>
          </a:xfrm>
          <a:prstGeom prst="rect">
            <a:avLst/>
          </a:prstGeom>
          <a:solidFill>
            <a:srgbClr val="263477"/>
          </a:solidFill>
          <a:ln w="25400">
            <a:solidFill>
              <a:srgbClr val="F4A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1234440"/>
            <a:ext cx="1261872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5624" y="12344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35624" y="150876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35624" y="2011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35624" y="2331720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97496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100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98664" y="1234440"/>
            <a:ext cx="1261872" cy="1691640"/>
          </a:xfrm>
          <a:prstGeom prst="rect">
            <a:avLst/>
          </a:prstGeom>
          <a:solidFill>
            <a:srgbClr val="263477"/>
          </a:solidFill>
          <a:ln w="25400">
            <a:solidFill>
              <a:srgbClr val="F4A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98664" y="1234440"/>
            <a:ext cx="1261872" cy="29260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12344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98664" y="150876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598664" y="2011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98664" y="2331720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dedicated login • Actions are time-stamped • Full audit trail maintained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📧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email accounts — no shared generic passwords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9222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Password Hashing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Military-grade hashing algorithm — never stored plain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2374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4128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Session Expiry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tokens expire after 8 hours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328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918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👁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24128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sees only its own relevant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09651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5993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24128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 with user name and timestamp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960120"/>
            <a:ext cx="3566160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1280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5257800" y="1901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15000" y="2240280"/>
            <a:ext cx="2651760" cy="27432"/>
          </a:xfrm>
          <a:prstGeom prst="rect">
            <a:avLst/>
          </a:prstGeom>
          <a:solidFill>
            <a:srgbClr val="3A4E9A"/>
          </a:solidFill>
          <a:ln w="12700">
            <a:solidFill>
              <a:srgbClr val="3A4E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4505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5257800" y="30723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Login Accounts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15000" y="3410712"/>
            <a:ext cx="2651760" cy="27432"/>
          </a:xfrm>
          <a:prstGeom prst="rect">
            <a:avLst/>
          </a:prstGeom>
          <a:solidFill>
            <a:srgbClr val="3A4E9A"/>
          </a:solidFill>
          <a:ln w="12700">
            <a:solidFill>
              <a:srgbClr val="3A4E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6210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5257800" y="4242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Passwords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Multi-District Remote Access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2560320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44168" y="1216152"/>
            <a:ext cx="694944" cy="694944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4168" y="1170432"/>
            <a:ext cx="694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039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542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• Tablet • Desktop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87552"/>
            <a:ext cx="2560320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4528" y="1216152"/>
            <a:ext cx="694944" cy="694944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1170432"/>
            <a:ext cx="694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039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Tunnel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2542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encrypted connection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987552"/>
            <a:ext cx="2560320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04888" y="1216152"/>
            <a:ext cx="694944" cy="694944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1170432"/>
            <a:ext cx="694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2039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2542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districts see real-time updates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547872"/>
            <a:ext cx="8321040" cy="841248"/>
          </a:xfrm>
          <a:prstGeom prst="rect">
            <a:avLst/>
          </a:prstGeom>
          <a:solidFill>
            <a:srgbClr val="ED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547872"/>
            <a:ext cx="73152" cy="841248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547872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 any district simply open a browser URL — no VPN required, no app to install, no IT setup needed. Access is secured via Cloudflare's global network.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3977640" cy="1554480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2648" y="1417320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71600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2728" y="10241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52728" y="133502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2728" y="1719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scalable &amp; reliable server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3977640" cy="1554480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417320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71600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04688" y="10241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04688" y="133502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04688" y="1719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Zero-maintenance, embedded 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697480"/>
            <a:ext cx="3977640" cy="1554480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" y="3200400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154680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2728" y="2807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52728" y="311810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Web Browser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2728" y="3502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on any client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3977640" cy="1554480"/>
          </a:xfrm>
          <a:prstGeom prst="rect">
            <a:avLst/>
          </a:prstGeom>
          <a:solidFill>
            <a:srgbClr val="263477"/>
          </a:solidFill>
          <a:ln w="12700">
            <a:solidFill>
              <a:srgbClr val="3A4E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3200400"/>
            <a:ext cx="493776" cy="493776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154680"/>
            <a:ext cx="493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4688" y="2807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04688" y="311810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PC + Cloudflare Tunnel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04688" y="3502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cost — uses existing hardware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297680"/>
            <a:ext cx="8321040" cy="621792"/>
          </a:xfrm>
          <a:prstGeom prst="rect">
            <a:avLst/>
          </a:prstGeom>
          <a:solidFill>
            <a:srgbClr val="172055"/>
          </a:solidFill>
          <a:ln w="12700">
            <a:solidFill>
              <a:srgbClr val="3A4E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9768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existing office computer — no new hardware or infrastructure investment needed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&amp;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603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Visibility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5603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60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868680"/>
            <a:ext cx="25603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960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7220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496312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5973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balance-to-pay calculation per bill — no manual arithmetic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TDS, retention &amp; credit note tracking built directly into the system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685032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4845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pending amount dashboard at a glance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4279392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4281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management email reports sent straight to your inbox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87552"/>
            <a:ext cx="566928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C8D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078992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5156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98755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LIVE and operational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00784"/>
            <a:ext cx="566928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C8D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92224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64792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7007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departments onboarded with individual accounts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14016"/>
            <a:ext cx="566928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C8D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505456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78024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41401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enabled via Cloudflare Tunnel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27248"/>
            <a:ext cx="566928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C8D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218688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9125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1272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backups running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840480"/>
            <a:ext cx="5669280" cy="603504"/>
          </a:xfrm>
          <a:prstGeom prst="rect">
            <a:avLst/>
          </a:prstGeom>
          <a:solidFill>
            <a:srgbClr val="EDF2FF"/>
          </a:solidFill>
          <a:ln w="12700">
            <a:solidFill>
              <a:srgbClr val="C8D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931920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04488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84048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full district-wide rollout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1417320"/>
            <a:ext cx="22860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78040" y="1691640"/>
            <a:ext cx="914400" cy="914400"/>
          </a:xfrm>
          <a:prstGeom prst="ellipse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6459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492240" y="2697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3044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474720" cy="3474720"/>
          </a:xfrm>
          <a:prstGeom prst="ellipse">
            <a:avLst/>
          </a:prstGeom>
          <a:solidFill>
            <a:srgbClr val="CADCFC">
              <a:alpha val="14000"/>
            </a:srgbClr>
          </a:solidFill>
          <a:ln w="12700">
            <a:solidFill>
              <a:srgbClr val="CADCFC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F4A100">
              <a:alpha val="18000"/>
            </a:srgbClr>
          </a:solidFill>
          <a:ln w="12700">
            <a:solidFill>
              <a:srgbClr val="F4A10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94360"/>
            <a:ext cx="109728" cy="329184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02920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Full Deployment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1618488"/>
            <a:ext cx="274320" cy="27432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508760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all district staff with individual email accounts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185416"/>
            <a:ext cx="274320" cy="27432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075688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permanent cloud hosting for 24/7 availability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752344"/>
            <a:ext cx="274320" cy="27432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642616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department heads on advanced reporting features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5486400" cy="36576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930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TQS ERP — Built for your operations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IT Department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TQS ERP Bill Tracker</dc:title>
  <dc:subject>PptxGenJS Presentation</dc:subject>
  <dc:creator>IT Department</dc:creator>
  <cp:lastModifiedBy>IT Department</cp:lastModifiedBy>
  <cp:revision>1</cp:revision>
  <dcterms:created xsi:type="dcterms:W3CDTF">2026-03-30T06:18:28Z</dcterms:created>
  <dcterms:modified xsi:type="dcterms:W3CDTF">2026-03-30T06:18:28Z</dcterms:modified>
</cp:coreProperties>
</file>